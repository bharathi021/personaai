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"/>
            <a:ext cx="210312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3291840" cy="1920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7432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Startup </a:t>
            </a:r>
            <a:pPr indent="0" marL="0">
              <a:buNone/>
            </a:pPr>
            <a:r>
              <a:rPr lang="en-US" sz="2200" b="1" dirty="0">
                <a:solidFill>
                  <a:srgbClr val="00C6FF"/>
                </a:solidFill>
              </a:rPr>
              <a:t>"முதல் படி"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7432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F"/>
                </a:solidFill>
              </a:rPr>
              <a:t>Idea Level Hackathon 2026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74320" y="1115568"/>
            <a:ext cx="493776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234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PersonaAI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27432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C6FF"/>
                </a:solidFill>
              </a:rPr>
              <a:t>Predictive Intelligence for Human Performance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74320" y="23591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FFFFFF"/>
                </a:solidFill>
              </a:rPr>
              <a:t>"We don't just analyze skills - we predict performance."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4320" y="2606040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THEME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27432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- Predictive Performance Intelligence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80360" y="2606040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88036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CATEGORY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288036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Software / AI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3264408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432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TEAM ID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27432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SMP25_1140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880360" y="3264408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88036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TEAM NAME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288036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404 Found Us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4320" y="3922776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MENTOR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27432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Dr. M. Sakthi Asvini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2880360" y="3922776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8036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DATE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288036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28-03-2026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IDEA + PROBLEM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14813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PersonaAI — Predictive Intelligence for Human Performance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" y="19202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192024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9385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Does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8328" y="2304288"/>
            <a:ext cx="2514600" cy="2240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Analyzes skills + real-world behavior patterns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Maps skills to live industry demand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Detects focus, consistency &amp; attention patterns (MindOS layer)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Predicts success or failure for target roles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Generates adaptive execution roadmap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54680" y="19202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154680" y="1920240"/>
            <a:ext cx="27432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9385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38728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It Solves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64408" y="2304288"/>
            <a:ext cx="2514600" cy="2240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Knowledge ≠ real-world performance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High digital distraction (reels, short-form content)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Reduced attention span -&gt; inconsistent execution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Students fail despite learning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No system connects skill + focus -&gt; performance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080760" y="19202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80760" y="1920240"/>
            <a:ext cx="274320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385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64808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It's Unique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190488" y="2304288"/>
            <a:ext cx="2514600" cy="2240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Predicts outcomes — not just tracks progress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Combines Skill Intelligence + Cognitive Intelligence (MindOS)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Detects skill gap + performance gap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Identifies distraction-driven performance drops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Privacy-first: user-controlled local processing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28600" y="4572000"/>
            <a:ext cx="8686800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2D12"/>
                </a:solidFill>
              </a:rPr>
              <a:t>Even skilled individuals fail due to lack of attention and execution clarity.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SYSTEM + DEMO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" y="1508760"/>
            <a:ext cx="402336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Technology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856232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85623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NLP Engine: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91640" y="18562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Skill extraction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2258568"/>
            <a:ext cx="402336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2585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Behavioral Engine: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91640" y="22585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Focus &amp; consistency detection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2660904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6609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Prediction Model: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2660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Readiness scoring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3063240"/>
            <a:ext cx="402336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0632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Backend: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916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FastAPI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3465576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4655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Frontend: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1640" y="3465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React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0" y="1508760"/>
            <a:ext cx="43434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1508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Flow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17720" y="1911096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177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1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937760" y="1856232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47488" y="18562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Input: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10528" y="1856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Resume + target role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17720" y="2313432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1772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937760" y="2258568"/>
            <a:ext cx="393192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047488" y="225856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Skill Analysis: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10528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Gap vs industry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17720" y="2715768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17720" y="2715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937760" y="2660904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047488" y="26609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Behavior Analysis: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510528" y="26609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Focus &amp; consistency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617720" y="3118104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1772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937760" y="3063240"/>
            <a:ext cx="393192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047488" y="30632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Prediction: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510528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Success / failure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617720" y="3520440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61772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5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937760" y="3465576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47488" y="34655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Roadmap: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6510528" y="34655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Actionable steps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617720" y="3922776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617720" y="3922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6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937760" y="3867912"/>
            <a:ext cx="393192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47488" y="3867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3E"/>
                </a:solidFill>
              </a:rPr>
              <a:t>Learning Loop: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510528" y="38679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Continuous improvement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228600" y="3977640"/>
            <a:ext cx="8686800" cy="786384"/>
          </a:xfrm>
          <a:prstGeom prst="rect">
            <a:avLst/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65760" y="404164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Demo Output: Backend Role -&gt; Likely Failure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365760" y="424281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Reason: No deployment experience | Low consistency (distraction patterns) | Weak project depth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365760" y="44348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D1B3E"/>
                </a:solidFill>
              </a:rPr>
              <a:t>"We simulate real-world outcomes before you apply."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FEASIBILITY + BUSINESS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4160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D1B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572768"/>
            <a:ext cx="416052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Insight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4048" y="1920240"/>
            <a:ext cx="38862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Majority of learners lack execution clarity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Existing tools ignore behavior patterns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Rising demand for AI-driven performance systems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709160" y="1572768"/>
            <a:ext cx="4160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F4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1572768"/>
            <a:ext cx="416052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18888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Feasibility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18888" y="1920240"/>
            <a:ext cx="38862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MVP buildable within hackathon scope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Lightweight models + rule-based logic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No heavy infrastructure required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Fast adaptation via onboarding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274320" y="3172968"/>
            <a:ext cx="4160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92400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3172968"/>
            <a:ext cx="4160520" cy="274320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3200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Challenges &amp; Solutions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4048" y="3520440"/>
            <a:ext cx="38862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Cold Start -&gt; onboarding + adaptive learning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Privacy -&gt; local processing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Accuracy -&gt; continuous refinement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Adoption -&gt; freemium model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4709160" y="3172968"/>
            <a:ext cx="416052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1E40A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3172968"/>
            <a:ext cx="416052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8888" y="3200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Revenue Model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18888" y="3520440"/>
            <a:ext cx="388620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Freemium -&gt; basic insights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Premium -&gt; advanced roadmap</a:t>
            </a:r>
            <a:endParaRPr lang="en-US" sz="920" dirty="0"/>
          </a:p>
          <a:p>
            <a:pPr marL="342900" indent="-342900">
              <a:spcAft>
                <a:spcPts val="300"/>
              </a:spcAft>
              <a:buSzPct val="100000"/>
              <a:buChar char="▸"/>
            </a:pPr>
            <a:r>
              <a:rPr lang="en-US" sz="920" dirty="0">
                <a:solidFill>
                  <a:srgbClr val="334155"/>
                </a:solidFill>
              </a:rPr>
              <a:t>Enterprise -&gt; workforce analytics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IMPACT + MINDOS POWER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" y="1536192"/>
            <a:ext cx="8686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5361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19659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Students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2860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Identify skill + focus gaps early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Improve real-world readiness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42316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9659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2316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Job Seekers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42316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Predict interview success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Reduce job search time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1772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19659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1772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Professionals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61772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Detect low focus &amp; burnout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Align work with peak performance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81228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9659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228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Organizations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81228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Evaluate workforce capability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Optimize training strategies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Benefits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28600" y="379476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8862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7512" y="3794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Skill Intelligence: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265176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What you know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63440" y="379476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88620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02352" y="3794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Cognitive Intelligence (MindOS):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708660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How you perform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228600" y="430682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4398264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67512" y="43068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Outcome Prediction:</a:t>
            </a:r>
            <a:endParaRPr lang="en-US" sz="950" dirty="0"/>
          </a:p>
        </p:txBody>
      </p:sp>
      <p:sp>
        <p:nvSpPr>
          <p:cNvPr id="40" name="Text 30"/>
          <p:cNvSpPr/>
          <p:nvPr/>
        </p:nvSpPr>
        <p:spPr>
          <a:xfrm>
            <a:off x="2651760" y="4306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Will you succeed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4663440" y="430682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398264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02352" y="43068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Adaptive Roadmaps: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7086600" y="4306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What to do next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228600" y="4572000"/>
            <a:ext cx="868680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0D1B3E"/>
                </a:solidFill>
              </a:rPr>
              <a:t>"We don't just measure knowledge - we predict execution."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"/>
            <a:ext cx="2103120" cy="5486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57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0" y="91440"/>
            <a:ext cx="1463040" cy="457200"/>
          </a:xfrm>
          <a:prstGeom prst="ellipse">
            <a:avLst/>
          </a:prstGeom>
          <a:solidFill>
            <a:srgbClr val="0D1B3E">
              <a:alpha val="0"/>
            </a:srgbClr>
          </a:solidFill>
          <a:ln w="19050">
            <a:solidFill>
              <a:srgbClr val="00C6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840480" y="91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404 Found Us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RESEARCH &amp; REFERENCES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228600" y="1554480"/>
            <a:ext cx="411480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" y="1554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Research Foundation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28600" y="1920240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7472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Behavioral Analytics: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7373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Fogg, B.J. — Persuasive Technology (2003)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" y="2432304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2432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Skill Gap Analysis: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37360" y="2432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World Economic Forum — Future of Jobs (2023)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28600" y="2944368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Outcome Prediction: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Bandura — Self-efficacy theory (1997)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28600" y="3456432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" y="3456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NLP for Resumes: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737360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BERT: Pre-training of Deep Bidirectional Transformers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28600" y="3968496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7472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EdTech Personalization: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737360" y="3968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4FF"/>
                </a:solidFill>
              </a:rPr>
              <a:t>Bloom's 2 Sigma Problem — tutoring effectiveness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663440" y="1554480"/>
            <a:ext cx="4251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63440" y="15544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 Tools &amp; API References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63440" y="1920240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LinkedIn API: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6364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developer.linkedin.com/docs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63440" y="2350008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54880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GitHub REST API: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263640" y="2350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docs.github.com/en/rest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63440" y="2779776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754880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Hugging Face: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263640" y="27797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huggingface.co/docs/transformers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663440" y="3209544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54880" y="3209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FastAPI: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263640" y="3209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fastapi.tiangolo.com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663440" y="3639312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54880" y="3639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React.js: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263640" y="3639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react.dev/learn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663440" y="4069080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754880" y="4069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spaCy NLP: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26364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8F4FF"/>
                </a:solidFill>
              </a:rPr>
              <a:t>spacy.io/usage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D1B3E"/>
                </a:solidFill>
              </a:rPr>
              <a:t>PersonaAI transforms distracted learning into predictive performance intelligence.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PersonaAI — Predictive Intelligence for Human Performance</dc:title>
  <dc:subject>PptxGenJS Presentation</dc:subject>
  <dc:creator>PptxGenJS</dc:creator>
  <cp:lastModifiedBy>PptxGenJS</cp:lastModifiedBy>
  <cp:revision>1</cp:revision>
  <dcterms:created xsi:type="dcterms:W3CDTF">2026-03-27T16:51:16Z</dcterms:created>
  <dcterms:modified xsi:type="dcterms:W3CDTF">2026-03-27T16:51:16Z</dcterms:modified>
</cp:coreProperties>
</file>