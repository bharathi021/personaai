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=""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9754" y="1549692"/>
            <a:ext cx="5987846" cy="650583"/>
          </a:xfrm>
        </p:spPr>
        <p:txBody>
          <a:bodyPr/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28-03-2026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135851"/>
            <a:ext cx="8380914" cy="1413841"/>
          </a:xfrm>
        </p:spPr>
        <p:txBody>
          <a:bodyPr/>
          <a:lstStyle/>
          <a:p>
            <a:r>
              <a:rPr lang="en-US" sz="4800" b="1" dirty="0" smtClean="0">
                <a:solidFill>
                  <a:schemeClr val="accent6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Startup </a:t>
            </a:r>
            <a:r>
              <a:rPr lang="en-US" sz="4800" b="1" dirty="0">
                <a:solidFill>
                  <a:schemeClr val="accent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</a:t>
            </a:r>
            <a:r>
              <a:rPr lang="ta-IN" sz="4800" b="1" dirty="0">
                <a:solidFill>
                  <a:schemeClr val="accent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முதல் படி"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/>
            </a:r>
            <a:b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Idea 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Level </a:t>
            </a:r>
            <a:r>
              <a:rPr lang="en-US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Hackathon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200275"/>
            <a:ext cx="71363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Category- Software/Hardware/ Product/Idea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Mentor Name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097" y="2662103"/>
            <a:ext cx="3867978" cy="2123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097" y="111482"/>
            <a:ext cx="4233391" cy="1083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2" y="1563476"/>
            <a:ext cx="12191999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Detailed Explanation of the Proposed </a:t>
            </a:r>
            <a:r>
              <a:rPr lang="en-US" sz="2000" b="1" dirty="0" smtClean="0"/>
              <a:t>Solution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Provide </a:t>
            </a:r>
            <a:r>
              <a:rPr lang="en-US" sz="2000" dirty="0"/>
              <a:t>a clear description of your idea, solution, or prototype. Explain how it works, its core features, and its relevance to your chosen field (e.g., Biotechnology, Fashion Designing, Commerce, Computer Science, etc.).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How it Addresses the </a:t>
            </a:r>
            <a:r>
              <a:rPr lang="en-US" sz="2000" b="1" dirty="0" smtClean="0"/>
              <a:t>Problem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Describe </a:t>
            </a:r>
            <a:r>
              <a:rPr lang="en-US" sz="2000" dirty="0"/>
              <a:t>the specific problem or challenge your solution aims to solve. Highlight the impact it could create in the respective domain and its practical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Innovation and Uniqueness of the </a:t>
            </a:r>
            <a:r>
              <a:rPr lang="en-US" sz="2000" b="1" dirty="0" smtClean="0"/>
              <a:t>Solution</a:t>
            </a:r>
            <a:endParaRPr lang="en-US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Explain </a:t>
            </a:r>
            <a:r>
              <a:rPr lang="en-US" sz="2000" dirty="0"/>
              <a:t>what makes your solution different from existing ones. Discuss any novel approaches, creative elements, or technological, design, or business innovations introduced through your idea.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8" y="84427"/>
            <a:ext cx="1473200" cy="80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/ METHODOLOGICAL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53782"/>
            <a:ext cx="109728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Tools, Techniques, and Resources to be Used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List the specific technologies, methods, or resources you plan to use. This could include: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For </a:t>
            </a:r>
            <a:r>
              <a:rPr lang="en-US" sz="2000" b="1" dirty="0"/>
              <a:t>Computer Science</a:t>
            </a:r>
            <a:r>
              <a:rPr lang="en-US" sz="2000" dirty="0"/>
              <a:t>: Programming languages, frameworks, hardware, cloud services, etc.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For </a:t>
            </a:r>
            <a:r>
              <a:rPr lang="en-US" sz="2000" b="1" dirty="0"/>
              <a:t>Biotechnology</a:t>
            </a:r>
            <a:r>
              <a:rPr lang="en-US" sz="2000" dirty="0"/>
              <a:t>: Lab techniques, experimental procedures, bioinformatics tools, equipment, etc.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For </a:t>
            </a:r>
            <a:r>
              <a:rPr lang="en-US" sz="2000" b="1" dirty="0"/>
              <a:t>Fashion Designing</a:t>
            </a:r>
            <a:r>
              <a:rPr lang="en-US" sz="2000" dirty="0"/>
              <a:t>: Fabrics, design software, stitching methods, sustainable materials, etc.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For </a:t>
            </a:r>
            <a:r>
              <a:rPr lang="en-US" sz="2000" b="1" dirty="0"/>
              <a:t>Commerce/Business</a:t>
            </a:r>
            <a:r>
              <a:rPr lang="en-US" sz="2000" dirty="0"/>
              <a:t>: Financial models, data analytics tools, business frameworks, market research methods, etc.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Methodology and Process for </a:t>
            </a:r>
            <a:r>
              <a:rPr lang="en-US" sz="2000" b="1" dirty="0" smtClean="0"/>
              <a:t>Implementation</a:t>
            </a:r>
            <a:endParaRPr lang="en-US" sz="2000" dirty="0" smtClean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 smtClean="0"/>
              <a:t>Explain </a:t>
            </a:r>
            <a:r>
              <a:rPr lang="en-US" sz="2000" dirty="0"/>
              <a:t>the step-by-step approach you will follow to bring your solution to life. You may include: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Flow charts, diagrams, or images to illustrate the workflow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Prototyping methods (working models, sketches, mock-ups, or sample experiments)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dirty="0"/>
              <a:t>Testing, validation, or evaluation process to measure effectiveness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8" y="84427"/>
            <a:ext cx="1473200" cy="80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8" y="84427"/>
            <a:ext cx="1473200" cy="80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8" y="84427"/>
            <a:ext cx="1473200" cy="80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8" y="84427"/>
            <a:ext cx="1473200" cy="80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8" y="84427"/>
            <a:ext cx="1473200" cy="808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7611</TotalTime>
  <Words>352</Words>
  <Application>Microsoft Office PowerPoint</Application>
  <PresentationFormat>Custom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Startup "முதல் படி"  Idea Level Hackathon 2025</vt:lpstr>
      <vt:lpstr> IDEA TITLE</vt:lpstr>
      <vt:lpstr>TECHNICAL / METHODOLOGICAL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IT</cp:lastModifiedBy>
  <cp:revision>151</cp:revision>
  <dcterms:created xsi:type="dcterms:W3CDTF">2013-12-12T18:46:50Z</dcterms:created>
  <dcterms:modified xsi:type="dcterms:W3CDTF">2026-03-24T13:30:11Z</dcterms:modified>
</cp:coreProperties>
</file>